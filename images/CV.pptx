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Poppins" panose="00000500000000000000" pitchFamily="2" charset="0"/>
      <p:regular r:id="rId3"/>
      <p:bold r:id="rId4"/>
      <p:italic r:id="rId5"/>
      <p:boldItalic r:id="rId6"/>
    </p:embeddedFont>
    <p:embeddedFont>
      <p:font typeface="Poppins Bold" panose="00000800000000000000" pitchFamily="2" charset="0"/>
      <p:regular r:id="rId7"/>
      <p:bold r:id="rId8"/>
    </p:embeddedFont>
    <p:embeddedFont>
      <p:font typeface="Poppins SemiBold" panose="00000700000000000000" pitchFamily="2" charset="0"/>
      <p:bold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12" d="100"/>
          <a:sy n="112" d="100"/>
        </p:scale>
        <p:origin x="1254" y="-4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soumyadutta100.github.io/Portfolio2026/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77232"/>
            <a:ext cx="7556500" cy="2460322"/>
          </a:xfrm>
          <a:custGeom>
            <a:avLst/>
            <a:gdLst/>
            <a:ahLst/>
            <a:cxnLst/>
            <a:rect l="l" t="t" r="r" b="b"/>
            <a:pathLst>
              <a:path w="2945675" h="951769">
                <a:moveTo>
                  <a:pt x="0" y="0"/>
                </a:moveTo>
                <a:lnTo>
                  <a:pt x="2945675" y="0"/>
                </a:lnTo>
                <a:lnTo>
                  <a:pt x="2945675" y="951769"/>
                </a:lnTo>
                <a:lnTo>
                  <a:pt x="0" y="951769"/>
                </a:ln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-329739" y="-352417"/>
            <a:ext cx="8219478" cy="273550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580828" y="756000"/>
            <a:ext cx="2430954" cy="243095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47625" cap="sq">
            <a:solidFill>
              <a:srgbClr val="00487E"/>
            </a:solidFill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Freeform 7"/>
          <p:cNvSpPr/>
          <p:nvPr/>
        </p:nvSpPr>
        <p:spPr>
          <a:xfrm>
            <a:off x="756000" y="4203570"/>
            <a:ext cx="275867" cy="275867"/>
          </a:xfrm>
          <a:custGeom>
            <a:avLst/>
            <a:gdLst/>
            <a:ahLst/>
            <a:cxnLst/>
            <a:rect l="l" t="t" r="r" b="b"/>
            <a:pathLst>
              <a:path w="275867" h="275867">
                <a:moveTo>
                  <a:pt x="0" y="0"/>
                </a:moveTo>
                <a:lnTo>
                  <a:pt x="275867" y="0"/>
                </a:lnTo>
                <a:lnTo>
                  <a:pt x="275867" y="275867"/>
                </a:lnTo>
                <a:lnTo>
                  <a:pt x="0" y="2758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756000" y="4555637"/>
            <a:ext cx="270655" cy="270655"/>
          </a:xfrm>
          <a:custGeom>
            <a:avLst/>
            <a:gdLst/>
            <a:ahLst/>
            <a:cxnLst/>
            <a:rect l="l" t="t" r="r" b="b"/>
            <a:pathLst>
              <a:path w="270655" h="270655">
                <a:moveTo>
                  <a:pt x="0" y="0"/>
                </a:moveTo>
                <a:lnTo>
                  <a:pt x="270655" y="0"/>
                </a:lnTo>
                <a:lnTo>
                  <a:pt x="270655" y="270655"/>
                </a:lnTo>
                <a:lnTo>
                  <a:pt x="0" y="270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761212" y="4902492"/>
            <a:ext cx="270655" cy="270655"/>
          </a:xfrm>
          <a:custGeom>
            <a:avLst/>
            <a:gdLst/>
            <a:ahLst/>
            <a:cxnLst/>
            <a:rect l="l" t="t" r="r" b="b"/>
            <a:pathLst>
              <a:path w="270655" h="270655">
                <a:moveTo>
                  <a:pt x="0" y="0"/>
                </a:moveTo>
                <a:lnTo>
                  <a:pt x="270655" y="0"/>
                </a:lnTo>
                <a:lnTo>
                  <a:pt x="270655" y="270656"/>
                </a:lnTo>
                <a:lnTo>
                  <a:pt x="0" y="2706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761212" y="5258873"/>
            <a:ext cx="270655" cy="270655"/>
          </a:xfrm>
          <a:custGeom>
            <a:avLst/>
            <a:gdLst/>
            <a:ahLst/>
            <a:cxnLst/>
            <a:rect l="l" t="t" r="r" b="b"/>
            <a:pathLst>
              <a:path w="270655" h="270655">
                <a:moveTo>
                  <a:pt x="0" y="0"/>
                </a:moveTo>
                <a:lnTo>
                  <a:pt x="270655" y="0"/>
                </a:lnTo>
                <a:lnTo>
                  <a:pt x="270655" y="270655"/>
                </a:lnTo>
                <a:lnTo>
                  <a:pt x="0" y="270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-321596" y="3487808"/>
            <a:ext cx="2738610" cy="433111"/>
          </a:xfrm>
          <a:custGeom>
            <a:avLst/>
            <a:gdLst/>
            <a:ahLst/>
            <a:cxnLst/>
            <a:rect l="l" t="t" r="r" b="b"/>
            <a:pathLst>
              <a:path w="1233899" h="155217">
                <a:moveTo>
                  <a:pt x="77609" y="0"/>
                </a:moveTo>
                <a:lnTo>
                  <a:pt x="1156290" y="0"/>
                </a:lnTo>
                <a:cubicBezTo>
                  <a:pt x="1199152" y="0"/>
                  <a:pt x="1233899" y="34747"/>
                  <a:pt x="1233899" y="77609"/>
                </a:cubicBezTo>
                <a:lnTo>
                  <a:pt x="1233899" y="77609"/>
                </a:lnTo>
                <a:cubicBezTo>
                  <a:pt x="1233899" y="98192"/>
                  <a:pt x="1225722" y="117932"/>
                  <a:pt x="1211168" y="132486"/>
                </a:cubicBezTo>
                <a:cubicBezTo>
                  <a:pt x="1196613" y="147041"/>
                  <a:pt x="1176873" y="155217"/>
                  <a:pt x="1156290" y="155217"/>
                </a:cubicBezTo>
                <a:lnTo>
                  <a:pt x="77609" y="155217"/>
                </a:lnTo>
                <a:cubicBezTo>
                  <a:pt x="34747" y="155217"/>
                  <a:pt x="0" y="120471"/>
                  <a:pt x="0" y="77609"/>
                </a:cubicBezTo>
                <a:lnTo>
                  <a:pt x="0" y="77609"/>
                </a:lnTo>
                <a:cubicBezTo>
                  <a:pt x="0" y="34747"/>
                  <a:pt x="34747" y="0"/>
                  <a:pt x="77609" y="0"/>
                </a:cubicBez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-1026000" y="3354917"/>
            <a:ext cx="3443014" cy="56600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00"/>
              </a:lnSpc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140292" y="4222124"/>
            <a:ext cx="2265838" cy="18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+91 96745 34155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0292" y="4536609"/>
            <a:ext cx="2265838" cy="32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050" dirty="0">
                <a:latin typeface="Poppins" panose="00000500000000000000" pitchFamily="2" charset="0"/>
                <a:cs typeface="Poppins" panose="00000500000000000000" pitchFamily="2" charset="0"/>
              </a:rPr>
              <a:t>linkedin.com/in/soumya-dutta-72238b27/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0292" y="4908696"/>
            <a:ext cx="2265838" cy="183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soumyadutta100@gmail.com</a:t>
            </a:r>
            <a:endParaRPr lang="en-US" sz="11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40292" y="5265076"/>
            <a:ext cx="2265838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1st-FR, FL 1B, 80 Lalgarh Colony, Kolkata 700 030</a:t>
            </a:r>
          </a:p>
        </p:txBody>
      </p:sp>
      <p:sp>
        <p:nvSpPr>
          <p:cNvPr id="19" name="Freeform 19"/>
          <p:cNvSpPr/>
          <p:nvPr/>
        </p:nvSpPr>
        <p:spPr>
          <a:xfrm>
            <a:off x="-412748" y="5948628"/>
            <a:ext cx="2384225" cy="433111"/>
          </a:xfrm>
          <a:custGeom>
            <a:avLst/>
            <a:gdLst/>
            <a:ahLst/>
            <a:cxnLst/>
            <a:rect l="l" t="t" r="r" b="b"/>
            <a:pathLst>
              <a:path w="1074228" h="155217">
                <a:moveTo>
                  <a:pt x="77609" y="0"/>
                </a:moveTo>
                <a:lnTo>
                  <a:pt x="996619" y="0"/>
                </a:lnTo>
                <a:cubicBezTo>
                  <a:pt x="1039482" y="0"/>
                  <a:pt x="1074228" y="34747"/>
                  <a:pt x="1074228" y="77609"/>
                </a:cubicBezTo>
                <a:lnTo>
                  <a:pt x="1074228" y="77609"/>
                </a:lnTo>
                <a:cubicBezTo>
                  <a:pt x="1074228" y="98192"/>
                  <a:pt x="1066051" y="117932"/>
                  <a:pt x="1051497" y="132486"/>
                </a:cubicBezTo>
                <a:cubicBezTo>
                  <a:pt x="1036943" y="147041"/>
                  <a:pt x="1017203" y="155217"/>
                  <a:pt x="996619" y="155217"/>
                </a:cubicBezTo>
                <a:lnTo>
                  <a:pt x="77609" y="155217"/>
                </a:lnTo>
                <a:cubicBezTo>
                  <a:pt x="34747" y="155217"/>
                  <a:pt x="0" y="120471"/>
                  <a:pt x="0" y="77609"/>
                </a:cubicBezTo>
                <a:lnTo>
                  <a:pt x="0" y="77609"/>
                </a:lnTo>
                <a:cubicBezTo>
                  <a:pt x="0" y="34747"/>
                  <a:pt x="34747" y="0"/>
                  <a:pt x="77609" y="0"/>
                </a:cubicBez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-1026000" y="5815737"/>
            <a:ext cx="2997477" cy="56600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00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695507" y="6562714"/>
            <a:ext cx="2582906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Figma, Adobe Photoshop, Adobe Illustrator, Adobe InDesign</a:t>
            </a:r>
          </a:p>
        </p:txBody>
      </p:sp>
      <p:sp>
        <p:nvSpPr>
          <p:cNvPr id="26" name="Freeform 26"/>
          <p:cNvSpPr/>
          <p:nvPr/>
        </p:nvSpPr>
        <p:spPr>
          <a:xfrm>
            <a:off x="-223565" y="8024797"/>
            <a:ext cx="2884550" cy="433111"/>
          </a:xfrm>
          <a:custGeom>
            <a:avLst/>
            <a:gdLst/>
            <a:ahLst/>
            <a:cxnLst/>
            <a:rect l="l" t="t" r="r" b="b"/>
            <a:pathLst>
              <a:path w="1299653" h="155217">
                <a:moveTo>
                  <a:pt x="77609" y="0"/>
                </a:moveTo>
                <a:lnTo>
                  <a:pt x="1222044" y="0"/>
                </a:lnTo>
                <a:cubicBezTo>
                  <a:pt x="1264906" y="0"/>
                  <a:pt x="1299653" y="34747"/>
                  <a:pt x="1299653" y="77609"/>
                </a:cubicBezTo>
                <a:lnTo>
                  <a:pt x="1299653" y="77609"/>
                </a:lnTo>
                <a:cubicBezTo>
                  <a:pt x="1299653" y="98192"/>
                  <a:pt x="1291476" y="117932"/>
                  <a:pt x="1276922" y="132486"/>
                </a:cubicBezTo>
                <a:cubicBezTo>
                  <a:pt x="1262367" y="147041"/>
                  <a:pt x="1242627" y="155217"/>
                  <a:pt x="1222044" y="155217"/>
                </a:cubicBezTo>
                <a:lnTo>
                  <a:pt x="77609" y="155217"/>
                </a:lnTo>
                <a:cubicBezTo>
                  <a:pt x="34747" y="155217"/>
                  <a:pt x="0" y="120471"/>
                  <a:pt x="0" y="77609"/>
                </a:cubicBezTo>
                <a:lnTo>
                  <a:pt x="0" y="77609"/>
                </a:lnTo>
                <a:cubicBezTo>
                  <a:pt x="0" y="34747"/>
                  <a:pt x="34747" y="0"/>
                  <a:pt x="77609" y="0"/>
                </a:cubicBez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-965507" y="7891906"/>
            <a:ext cx="3626492" cy="56600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00"/>
              </a:lnSpc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3344118" y="3487808"/>
            <a:ext cx="0" cy="6448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9" name="Group 29"/>
          <p:cNvGrpSpPr/>
          <p:nvPr/>
        </p:nvGrpSpPr>
        <p:grpSpPr>
          <a:xfrm>
            <a:off x="3239343" y="3599589"/>
            <a:ext cx="209550" cy="209550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239343" y="5510014"/>
            <a:ext cx="209550" cy="209550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239343" y="8476943"/>
            <a:ext cx="209550" cy="209550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-329739" y="10326525"/>
            <a:ext cx="8219478" cy="533343"/>
            <a:chOff x="0" y="0"/>
            <a:chExt cx="2945675" cy="19113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945675" cy="191138"/>
            </a:xfrm>
            <a:custGeom>
              <a:avLst/>
              <a:gdLst/>
              <a:ahLst/>
              <a:cxnLst/>
              <a:rect l="l" t="t" r="r" b="b"/>
              <a:pathLst>
                <a:path w="2945675" h="191138">
                  <a:moveTo>
                    <a:pt x="0" y="0"/>
                  </a:moveTo>
                  <a:lnTo>
                    <a:pt x="2945675" y="0"/>
                  </a:lnTo>
                  <a:lnTo>
                    <a:pt x="2945675" y="191138"/>
                  </a:lnTo>
                  <a:lnTo>
                    <a:pt x="0" y="1911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2945675" cy="219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7089270" y="2611659"/>
            <a:ext cx="1600938" cy="876150"/>
          </a:xfrm>
          <a:custGeom>
            <a:avLst/>
            <a:gdLst/>
            <a:ahLst/>
            <a:cxnLst/>
            <a:rect l="l" t="t" r="r" b="b"/>
            <a:pathLst>
              <a:path w="1600938" h="876150">
                <a:moveTo>
                  <a:pt x="0" y="0"/>
                </a:moveTo>
                <a:lnTo>
                  <a:pt x="1600938" y="0"/>
                </a:lnTo>
                <a:lnTo>
                  <a:pt x="1600938" y="876149"/>
                </a:lnTo>
                <a:lnTo>
                  <a:pt x="0" y="8761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2"/>
          <p:cNvSpPr txBox="1"/>
          <p:nvPr/>
        </p:nvSpPr>
        <p:spPr>
          <a:xfrm>
            <a:off x="3192166" y="1041791"/>
            <a:ext cx="3617046" cy="632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Soumya Dutta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9343" y="1652659"/>
            <a:ext cx="2706316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Graphic Designer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6000" y="3535140"/>
            <a:ext cx="1517212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6000" y="5995960"/>
            <a:ext cx="1215477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SKILLS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16493" y="8072129"/>
            <a:ext cx="1734904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61212" y="8638883"/>
            <a:ext cx="1655803" cy="200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502" lvl="1" indent="-118751" algn="l">
              <a:lnSpc>
                <a:spcPts val="1540"/>
              </a:lnSpc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English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61212" y="8953207"/>
            <a:ext cx="1655803" cy="1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12" lvl="1" indent="-107956" algn="l">
              <a:lnSpc>
                <a:spcPts val="1400"/>
              </a:lnSpc>
              <a:buFont typeface="Arial"/>
              <a:buChar char="•"/>
            </a:pPr>
            <a:r>
              <a:rPr lang="en-US" sz="1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Bengali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61212" y="9248481"/>
            <a:ext cx="1655803" cy="18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7502" lvl="1" indent="-118751" algn="l">
              <a:lnSpc>
                <a:spcPts val="1540"/>
              </a:lnSpc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Hindi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627191" y="3486877"/>
            <a:ext cx="1656667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ABOUT ME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627191" y="3978567"/>
            <a:ext cx="3225791" cy="95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Versatile graphic designer with over 12 years of experience creating premium digital layouts, corporate presentations, and print media. Focused on utilizing cutting-edge tools to deliver impactful visual designs.</a:t>
            </a:r>
            <a:endParaRPr lang="en-US" sz="11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583420" y="5397302"/>
            <a:ext cx="2516512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WORK EXPERIENCE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27191" y="6108088"/>
            <a:ext cx="1569125" cy="20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300" dirty="0">
                <a:latin typeface="Poppins" panose="00000500000000000000" pitchFamily="2" charset="0"/>
                <a:cs typeface="Poppins" panose="00000500000000000000" pitchFamily="2" charset="0"/>
              </a:rPr>
              <a:t>Senior Executive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640973" y="6347635"/>
            <a:ext cx="1373594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1400" dirty="0">
                <a:latin typeface="Poppins" panose="00000500000000000000" pitchFamily="2" charset="0"/>
                <a:cs typeface="Poppins" panose="00000500000000000000" pitchFamily="2" charset="0"/>
              </a:rPr>
              <a:t>2020 – Present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632403" y="8364231"/>
            <a:ext cx="2516512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EDUCATION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632403" y="8811007"/>
            <a:ext cx="2034388" cy="18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Graduation in Philosophy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61580" y="8793438"/>
            <a:ext cx="1147632" cy="21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2005 – 2008</a:t>
            </a:r>
          </a:p>
        </p:txBody>
      </p:sp>
      <p:sp>
        <p:nvSpPr>
          <p:cNvPr id="65" name="TextBox 21">
            <a:extLst>
              <a:ext uri="{FF2B5EF4-FFF2-40B4-BE49-F238E27FC236}">
                <a16:creationId xmlns:a16="http://schemas.microsoft.com/office/drawing/2014/main" id="{65732A80-E218-9DF0-57FE-6146BCC522F9}"/>
              </a:ext>
            </a:extLst>
          </p:cNvPr>
          <p:cNvSpPr txBox="1"/>
          <p:nvPr/>
        </p:nvSpPr>
        <p:spPr>
          <a:xfrm>
            <a:off x="676082" y="7018924"/>
            <a:ext cx="2582906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Adobe Premiere Pro, Adobe After Effects, Adobe Animate CC</a:t>
            </a:r>
          </a:p>
        </p:txBody>
      </p:sp>
      <p:sp>
        <p:nvSpPr>
          <p:cNvPr id="66" name="TextBox 21">
            <a:extLst>
              <a:ext uri="{FF2B5EF4-FFF2-40B4-BE49-F238E27FC236}">
                <a16:creationId xmlns:a16="http://schemas.microsoft.com/office/drawing/2014/main" id="{72402FEB-5667-713C-3723-D4A498458CB1}"/>
              </a:ext>
            </a:extLst>
          </p:cNvPr>
          <p:cNvSpPr txBox="1"/>
          <p:nvPr/>
        </p:nvSpPr>
        <p:spPr>
          <a:xfrm>
            <a:off x="676082" y="7475134"/>
            <a:ext cx="2582906" cy="169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Poppins" panose="00000500000000000000" pitchFamily="2" charset="0"/>
                <a:cs typeface="Poppins" panose="00000500000000000000" pitchFamily="2" charset="0"/>
              </a:rPr>
              <a:t>Basic HTML &amp; CSS</a:t>
            </a:r>
          </a:p>
        </p:txBody>
      </p:sp>
      <p:sp>
        <p:nvSpPr>
          <p:cNvPr id="67" name="TextBox 54">
            <a:extLst>
              <a:ext uri="{FF2B5EF4-FFF2-40B4-BE49-F238E27FC236}">
                <a16:creationId xmlns:a16="http://schemas.microsoft.com/office/drawing/2014/main" id="{88097516-49EA-1CD4-ACEE-407A9D1EC265}"/>
              </a:ext>
            </a:extLst>
          </p:cNvPr>
          <p:cNvSpPr txBox="1"/>
          <p:nvPr/>
        </p:nvSpPr>
        <p:spPr>
          <a:xfrm>
            <a:off x="3627191" y="5889426"/>
            <a:ext cx="2665659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1400" dirty="0">
                <a:solidFill>
                  <a:srgbClr val="0070C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RS Software (India) Ltd.</a:t>
            </a:r>
          </a:p>
        </p:txBody>
      </p:sp>
      <p:sp>
        <p:nvSpPr>
          <p:cNvPr id="76" name="TextBox 54">
            <a:extLst>
              <a:ext uri="{FF2B5EF4-FFF2-40B4-BE49-F238E27FC236}">
                <a16:creationId xmlns:a16="http://schemas.microsoft.com/office/drawing/2014/main" id="{46CA164C-F2D1-80E4-3D2C-186A9B4CDC76}"/>
              </a:ext>
            </a:extLst>
          </p:cNvPr>
          <p:cNvSpPr txBox="1"/>
          <p:nvPr/>
        </p:nvSpPr>
        <p:spPr>
          <a:xfrm>
            <a:off x="3632669" y="6930331"/>
            <a:ext cx="1569125" cy="21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Graphic Designer</a:t>
            </a:r>
          </a:p>
        </p:txBody>
      </p:sp>
      <p:sp>
        <p:nvSpPr>
          <p:cNvPr id="77" name="TextBox 55">
            <a:extLst>
              <a:ext uri="{FF2B5EF4-FFF2-40B4-BE49-F238E27FC236}">
                <a16:creationId xmlns:a16="http://schemas.microsoft.com/office/drawing/2014/main" id="{67E6287E-8ABD-7347-1779-9A95FBFA0181}"/>
              </a:ext>
            </a:extLst>
          </p:cNvPr>
          <p:cNvSpPr txBox="1"/>
          <p:nvPr/>
        </p:nvSpPr>
        <p:spPr>
          <a:xfrm>
            <a:off x="3646451" y="7169878"/>
            <a:ext cx="1373594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1400" dirty="0">
                <a:latin typeface="Poppins" panose="00000500000000000000" pitchFamily="2" charset="0"/>
                <a:cs typeface="Poppins" panose="00000500000000000000" pitchFamily="2" charset="0"/>
              </a:rPr>
              <a:t>2014 – 2020</a:t>
            </a:r>
          </a:p>
        </p:txBody>
      </p:sp>
      <p:sp>
        <p:nvSpPr>
          <p:cNvPr id="78" name="TextBox 54">
            <a:extLst>
              <a:ext uri="{FF2B5EF4-FFF2-40B4-BE49-F238E27FC236}">
                <a16:creationId xmlns:a16="http://schemas.microsoft.com/office/drawing/2014/main" id="{2DF4FF32-BD95-3B8D-3B93-2578DC9DB943}"/>
              </a:ext>
            </a:extLst>
          </p:cNvPr>
          <p:cNvSpPr txBox="1"/>
          <p:nvPr/>
        </p:nvSpPr>
        <p:spPr>
          <a:xfrm>
            <a:off x="3632669" y="6711669"/>
            <a:ext cx="2665659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1400" dirty="0" err="1">
                <a:solidFill>
                  <a:srgbClr val="0070C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Infymax</a:t>
            </a:r>
            <a:r>
              <a:rPr lang="en-IN" sz="1400" dirty="0">
                <a:solidFill>
                  <a:srgbClr val="0070C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 Solutions Pvt Ltd</a:t>
            </a:r>
          </a:p>
        </p:txBody>
      </p:sp>
      <p:sp>
        <p:nvSpPr>
          <p:cNvPr id="79" name="TextBox 54">
            <a:extLst>
              <a:ext uri="{FF2B5EF4-FFF2-40B4-BE49-F238E27FC236}">
                <a16:creationId xmlns:a16="http://schemas.microsoft.com/office/drawing/2014/main" id="{0B27A457-7CC2-D9E3-9645-3E0BF44920BB}"/>
              </a:ext>
            </a:extLst>
          </p:cNvPr>
          <p:cNvSpPr txBox="1"/>
          <p:nvPr/>
        </p:nvSpPr>
        <p:spPr>
          <a:xfrm>
            <a:off x="3638147" y="7752574"/>
            <a:ext cx="1569125" cy="21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Graphic Designer</a:t>
            </a:r>
          </a:p>
        </p:txBody>
      </p:sp>
      <p:sp>
        <p:nvSpPr>
          <p:cNvPr id="80" name="TextBox 55">
            <a:extLst>
              <a:ext uri="{FF2B5EF4-FFF2-40B4-BE49-F238E27FC236}">
                <a16:creationId xmlns:a16="http://schemas.microsoft.com/office/drawing/2014/main" id="{6C69C66C-7FBC-3528-693B-D24753304FC2}"/>
              </a:ext>
            </a:extLst>
          </p:cNvPr>
          <p:cNvSpPr txBox="1"/>
          <p:nvPr/>
        </p:nvSpPr>
        <p:spPr>
          <a:xfrm>
            <a:off x="3651929" y="7992121"/>
            <a:ext cx="1373594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1400" dirty="0">
                <a:latin typeface="Poppins" panose="00000500000000000000" pitchFamily="2" charset="0"/>
                <a:cs typeface="Poppins" panose="00000500000000000000" pitchFamily="2" charset="0"/>
              </a:rPr>
              <a:t>2011 – 2014</a:t>
            </a:r>
          </a:p>
        </p:txBody>
      </p:sp>
      <p:sp>
        <p:nvSpPr>
          <p:cNvPr id="81" name="TextBox 54">
            <a:extLst>
              <a:ext uri="{FF2B5EF4-FFF2-40B4-BE49-F238E27FC236}">
                <a16:creationId xmlns:a16="http://schemas.microsoft.com/office/drawing/2014/main" id="{BA1D0BCE-BE8E-5707-2191-C32C42E156B8}"/>
              </a:ext>
            </a:extLst>
          </p:cNvPr>
          <p:cNvSpPr txBox="1"/>
          <p:nvPr/>
        </p:nvSpPr>
        <p:spPr>
          <a:xfrm>
            <a:off x="3638147" y="7533912"/>
            <a:ext cx="2665659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1400" dirty="0">
                <a:solidFill>
                  <a:srgbClr val="0070C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Cognition Publication</a:t>
            </a:r>
          </a:p>
        </p:txBody>
      </p:sp>
      <p:sp>
        <p:nvSpPr>
          <p:cNvPr id="82" name="TextBox 60">
            <a:extLst>
              <a:ext uri="{FF2B5EF4-FFF2-40B4-BE49-F238E27FC236}">
                <a16:creationId xmlns:a16="http://schemas.microsoft.com/office/drawing/2014/main" id="{43DB2301-6274-A482-187F-A8D9598CC43E}"/>
              </a:ext>
            </a:extLst>
          </p:cNvPr>
          <p:cNvSpPr txBox="1"/>
          <p:nvPr/>
        </p:nvSpPr>
        <p:spPr>
          <a:xfrm>
            <a:off x="3646451" y="8985093"/>
            <a:ext cx="2034388" cy="18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200" dirty="0">
                <a:latin typeface="Poppins" panose="00000500000000000000" pitchFamily="2" charset="0"/>
                <a:cs typeface="Poppins" panose="00000500000000000000" pitchFamily="2" charset="0"/>
              </a:rPr>
              <a:t>Calcutta University</a:t>
            </a:r>
          </a:p>
        </p:txBody>
      </p:sp>
      <p:sp>
        <p:nvSpPr>
          <p:cNvPr id="83" name="TextBox 60">
            <a:extLst>
              <a:ext uri="{FF2B5EF4-FFF2-40B4-BE49-F238E27FC236}">
                <a16:creationId xmlns:a16="http://schemas.microsoft.com/office/drawing/2014/main" id="{29236200-5BDF-C68B-9096-098DD36E5FE4}"/>
              </a:ext>
            </a:extLst>
          </p:cNvPr>
          <p:cNvSpPr txBox="1"/>
          <p:nvPr/>
        </p:nvSpPr>
        <p:spPr>
          <a:xfrm>
            <a:off x="3632403" y="9256062"/>
            <a:ext cx="2034388" cy="18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Multimedia Training</a:t>
            </a:r>
          </a:p>
        </p:txBody>
      </p:sp>
      <p:sp>
        <p:nvSpPr>
          <p:cNvPr id="84" name="TextBox 61">
            <a:extLst>
              <a:ext uri="{FF2B5EF4-FFF2-40B4-BE49-F238E27FC236}">
                <a16:creationId xmlns:a16="http://schemas.microsoft.com/office/drawing/2014/main" id="{4C27E3DA-A068-5D40-D984-EA9A54ED720D}"/>
              </a:ext>
            </a:extLst>
          </p:cNvPr>
          <p:cNvSpPr txBox="1"/>
          <p:nvPr/>
        </p:nvSpPr>
        <p:spPr>
          <a:xfrm>
            <a:off x="5661580" y="9238493"/>
            <a:ext cx="1147632" cy="21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20"/>
              </a:lnSpc>
            </a:pPr>
            <a:r>
              <a:rPr lang="en-US" sz="13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2008 – 2011</a:t>
            </a:r>
          </a:p>
        </p:txBody>
      </p:sp>
      <p:sp>
        <p:nvSpPr>
          <p:cNvPr id="85" name="TextBox 60">
            <a:extLst>
              <a:ext uri="{FF2B5EF4-FFF2-40B4-BE49-F238E27FC236}">
                <a16:creationId xmlns:a16="http://schemas.microsoft.com/office/drawing/2014/main" id="{371E69F4-7394-077B-94EA-ABEBA1C83FF8}"/>
              </a:ext>
            </a:extLst>
          </p:cNvPr>
          <p:cNvSpPr txBox="1"/>
          <p:nvPr/>
        </p:nvSpPr>
        <p:spPr>
          <a:xfrm>
            <a:off x="3646451" y="9430148"/>
            <a:ext cx="2034388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200" dirty="0"/>
              <a:t>Arena Animation Academy Specialist Program (AAASP)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F31937-D01B-5EC6-64FD-286A7EE09863}"/>
              </a:ext>
            </a:extLst>
          </p:cNvPr>
          <p:cNvSpPr txBox="1"/>
          <p:nvPr/>
        </p:nvSpPr>
        <p:spPr>
          <a:xfrm>
            <a:off x="1" y="10452100"/>
            <a:ext cx="7556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https://soumyadutta100.github.io/Portfolio2026/</a:t>
            </a:r>
            <a:endParaRPr lang="en-IN" sz="1200" dirty="0">
              <a:solidFill>
                <a:schemeClr val="accent1">
                  <a:lumMod val="40000"/>
                  <a:lumOff val="6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160</Words>
  <Application>Microsoft Office PowerPoint</Application>
  <PresentationFormat>Custom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Poppins Bold</vt:lpstr>
      <vt:lpstr>Poppins</vt:lpstr>
      <vt:lpstr>Poppins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Graphic Designer Resume</dc:title>
  <dc:creator>Soumya Dutta</dc:creator>
  <cp:lastModifiedBy>Soumya Dutta</cp:lastModifiedBy>
  <cp:revision>9</cp:revision>
  <dcterms:created xsi:type="dcterms:W3CDTF">2006-08-16T00:00:00Z</dcterms:created>
  <dcterms:modified xsi:type="dcterms:W3CDTF">2026-07-01T15:43:22Z</dcterms:modified>
  <dc:identifier>DAHMtc5XY9E</dc:identifier>
</cp:coreProperties>
</file>